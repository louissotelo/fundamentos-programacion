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195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223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342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932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7751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6136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641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3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83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619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7150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3388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8644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3870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0662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6210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167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DD5056B-0138-4317-89F0-141E01292B16}" type="datetimeFigureOut">
              <a:rPr lang="es-PE" smtClean="0"/>
              <a:t>6/10/2026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103570-EBD9-414E-BC66-08D5CABE12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124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656CA-AEF7-A803-D024-FEFFC9D95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PRUEBAS INSTALACION SQL SERVER 2025 + MANAGEMENT STUDIO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1930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0CEDE-D588-B575-2070-7EAD4BEA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77773"/>
          </a:xfrm>
        </p:spPr>
        <p:txBody>
          <a:bodyPr>
            <a:normAutofit/>
          </a:bodyPr>
          <a:lstStyle/>
          <a:p>
            <a:r>
              <a:rPr lang="es-MX" dirty="0"/>
              <a:t>SQL SERVER DEVELOPER EDITION 2025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3CEB87-6EB5-39D3-7F9A-83A5C0D6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82" y="1971647"/>
            <a:ext cx="5400040" cy="426783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1350AC-56F6-951E-E0AF-246DE02F5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80" y="1955137"/>
            <a:ext cx="5400040" cy="428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A5EF8-8865-EDB8-27E2-3EC4850D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20349"/>
            <a:ext cx="10364451" cy="1148233"/>
          </a:xfrm>
        </p:spPr>
        <p:txBody>
          <a:bodyPr/>
          <a:lstStyle/>
          <a:p>
            <a:r>
              <a:rPr lang="es-MX" dirty="0"/>
              <a:t>SQL SERVER MANAGEMENT STUDIO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5F57A0-7AA5-59DD-6129-2019A9AA1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606" y="1468582"/>
            <a:ext cx="8768788" cy="506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33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32F2633-384A-FDC2-A303-B05F69A7B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12" y="526473"/>
            <a:ext cx="10331976" cy="58050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206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611C61F-E5C4-A0B3-2809-2F3451DA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69" y="606582"/>
            <a:ext cx="10017461" cy="564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0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D1B71B-835A-8CF2-5BBC-F1CE9ABF0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6" y="602702"/>
            <a:ext cx="10060628" cy="565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5823841-E0D3-4CEF-DCFD-84128DEC7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85" y="789825"/>
            <a:ext cx="10356430" cy="581879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44F32FA-744A-6ECA-4BCF-A3D1C63FBA04}"/>
              </a:ext>
            </a:extLst>
          </p:cNvPr>
          <p:cNvSpPr txBox="1"/>
          <p:nvPr/>
        </p:nvSpPr>
        <p:spPr>
          <a:xfrm>
            <a:off x="1025234" y="81939"/>
            <a:ext cx="9892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/>
              <a:t>CONSULTA SELECT ADVENTUREWORKS 2025</a:t>
            </a: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125718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D2E995-DB1D-CA5A-78D0-6D044B59C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05" y="787991"/>
            <a:ext cx="10557790" cy="5931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3535396-5D63-4EFB-60F8-DC0CF205C5A9}"/>
              </a:ext>
            </a:extLst>
          </p:cNvPr>
          <p:cNvSpPr txBox="1"/>
          <p:nvPr/>
        </p:nvSpPr>
        <p:spPr>
          <a:xfrm>
            <a:off x="1787238" y="249382"/>
            <a:ext cx="9047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CONSULTA SELECT ADVENTUREWORKSDW 2025</a:t>
            </a:r>
            <a:endParaRPr lang="es-PE" sz="3200" dirty="0"/>
          </a:p>
          <a:p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371795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473D2-CD5D-3D53-2BE0-5C620648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3984C9-AD0B-DC03-0CA4-4F744A0E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73" y="618517"/>
            <a:ext cx="10681854" cy="600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1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2CBDA-452E-5B8D-F5C9-5AF97CCD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393" y="0"/>
            <a:ext cx="10364451" cy="891628"/>
          </a:xfrm>
        </p:spPr>
        <p:txBody>
          <a:bodyPr/>
          <a:lstStyle/>
          <a:p>
            <a:r>
              <a:rPr lang="es-MX" dirty="0"/>
              <a:t>VERSION 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3E6AB6-0797-1B24-C48E-B5DF1D440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16" y="706582"/>
            <a:ext cx="10702767" cy="602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53581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16</TotalTime>
  <Words>26</Words>
  <Application>Microsoft Office PowerPoint</Application>
  <PresentationFormat>Panorámica</PresentationFormat>
  <Paragraphs>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Tw Cen MT</vt:lpstr>
      <vt:lpstr>Gota</vt:lpstr>
      <vt:lpstr>PRUEBAS INSTALACION SQL SERVER 2025 + MANAGEMENT STUDIO</vt:lpstr>
      <vt:lpstr>SQL SERVER DEVELOPER EDITION 2025</vt:lpstr>
      <vt:lpstr>SQL SERVER MANAGEMENT STUDIO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AAAdmin</dc:creator>
  <cp:lastModifiedBy>AAAdmin</cp:lastModifiedBy>
  <cp:revision>2</cp:revision>
  <dcterms:created xsi:type="dcterms:W3CDTF">2026-10-06T22:17:52Z</dcterms:created>
  <dcterms:modified xsi:type="dcterms:W3CDTF">2026-10-06T22:35:00Z</dcterms:modified>
</cp:coreProperties>
</file>